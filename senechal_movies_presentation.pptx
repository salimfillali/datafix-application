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jfvsfasaw2m.streamlit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fvsfasaw2m.streamlit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B22">
              <a:alpha val="60000"/>
            </a:srgbClr>
          </a:solidFill>
          <a:ln w="12700">
            <a:solidFill>
              <a:srgbClr val="161B2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7432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55448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219456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83464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347472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11480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75488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02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C518"/>
                </a:solidFill>
              </a:rPr>
              <a:t>CINÉMA DE LA CREUSE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Sénéchal movies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C518"/>
                </a:solidFill>
              </a:rPr>
              <a:t>réinventé par la data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200400" y="3154680"/>
            <a:ext cx="2743200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B8B8"/>
                </a:solidFill>
              </a:rPr>
              <a:t>Application de recommandation de films · Powered by DATAFIX</a:t>
            </a:r>
            <a:endParaRPr lang="en-US" sz="13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5C51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jfvsfasaw2m.streamlit.app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7772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C518"/>
                </a:solidFill>
              </a:rPr>
              <a:t>LE CONSTAT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 public qui ne sait pas quoi choisir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2651760"/>
          </a:xfrm>
          <a:prstGeom prst="rect">
            <a:avLst>
              <a:gd name="adj" fmla="val 2759"/>
            </a:avLst>
          </a:prstGeom>
          <a:solidFill>
            <a:srgbClr val="1E2330"/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7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Trop de choix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8B8"/>
                </a:solidFill>
              </a:rPr>
              <a:t>Des centaines de films disponibles, aucune aide pour décider.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51760" cy="2651760"/>
          </a:xfrm>
          <a:prstGeom prst="rect">
            <a:avLst>
              <a:gd name="adj" fmla="val 2759"/>
            </a:avLst>
          </a:prstGeom>
          <a:solidFill>
            <a:srgbClr val="1E2330"/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828800"/>
            <a:ext cx="411480" cy="4114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7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359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Pas de filtre local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8B8"/>
                </a:solidFill>
              </a:rPr>
              <a:t>Les plateformes ignorent les goûts du public creusois.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51760" cy="2651760"/>
          </a:xfrm>
          <a:prstGeom prst="rect">
            <a:avLst>
              <a:gd name="adj" fmla="val 2759"/>
            </a:avLst>
          </a:prstGeom>
          <a:solidFill>
            <a:srgbClr val="1E2330"/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828800"/>
            <a:ext cx="411480" cy="4114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7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359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Occasions manquées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8B8"/>
                </a:solidFill>
              </a:rPr>
              <a:t>Des spectateurs qui repartent sans avoir trouvé leur film.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7772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C518"/>
                </a:solidFill>
              </a:rPr>
              <a:t>LA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Une app taillée pour le Sénéchal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60520" cy="13716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801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Moteur 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1671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</a:rPr>
              <a:t>Algorithme TF-IDF + KNN qui analyse genres, notes et popularité pour trouver les films parfaits.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60520" cy="13716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77840" y="1801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Catalogue 100% français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21671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</a:rPr>
              <a:t>Plus de 800 comédies françaises sélectionnées pour le public creusois.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60520" cy="13716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3355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Notes TMDB en temps réel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7216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</a:rPr>
              <a:t>Affiches, notes et bandes-annonces récupérées en direct via l'API TMDB.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246120"/>
            <a:ext cx="4160520" cy="13716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0" y="3355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100% responsive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37216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</a:rPr>
              <a:t>Accessible depuis n'importe quel appareil — smartphone, tablette, ordinateur.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7772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C518"/>
                </a:solidFill>
              </a:rPr>
              <a:t>L'INTERFACE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Page d'accueil — Immersive &amp; moderne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12064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5C51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5120640" cy="292608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518"/>
                </a:solidFill>
              </a:rPr>
              <a:t>Sénéchal movies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5120640" cy="1463040"/>
          </a:xfrm>
          <a:prstGeom prst="rect">
            <a:avLst/>
          </a:prstGeom>
          <a:solidFill>
            <a:srgbClr val="252A3A"/>
          </a:solidFill>
          <a:ln w="12700">
            <a:solidFill>
              <a:srgbClr val="25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 cinéma de la Creuse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18"/>
                </a:solidFill>
              </a:rPr>
              <a:t>réinventé par la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1463040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1117"/>
                </a:solidFill>
              </a:rPr>
              <a:t>Découvrir les films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</a:rPr>
              <a:t>Ce que le client voit 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2029968"/>
            <a:ext cx="109728" cy="1097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965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Hero cinématographique plein écran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596896"/>
            <a:ext cx="109728" cy="1097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5328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Barre de recherche intégrée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3163824"/>
            <a:ext cx="109728" cy="1097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0998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Sélection de films cultes en accès direct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730752"/>
            <a:ext cx="109728" cy="10972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6667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Navigation fluide vers toutes les sections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7772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C518"/>
                </a:solidFill>
              </a:rPr>
              <a:t>LE MOTEUR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Recommandation intelligente en 3 étapes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34440" y="1554480"/>
            <a:ext cx="1097280" cy="1097280"/>
          </a:xfrm>
          <a:prstGeom prst="ellipse">
            <a:avLst/>
          </a:prstGeom>
          <a:solidFill>
            <a:srgbClr val="1E233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572768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411480" cy="4114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499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7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Vous choisissez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</a:rPr>
              <a:t>Un film que vous aimez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029968"/>
            <a:ext cx="4114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93852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1554480"/>
            <a:ext cx="1097280" cy="1097280"/>
          </a:xfrm>
          <a:prstGeom prst="ellipse">
            <a:avLst/>
          </a:prstGeom>
          <a:solidFill>
            <a:srgbClr val="1E233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572768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069080" y="1481328"/>
            <a:ext cx="411480" cy="4114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1499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7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L'IA analyse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</a:rPr>
              <a:t>Genres · Notes · Popularité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029968"/>
            <a:ext cx="4114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93852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18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554480"/>
            <a:ext cx="1097280" cy="1097280"/>
          </a:xfrm>
          <a:prstGeom prst="ellipse">
            <a:avLst/>
          </a:prstGeom>
          <a:solidFill>
            <a:srgbClr val="1E233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572768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903720" y="1481328"/>
            <a:ext cx="411480" cy="41148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499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7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 vous propose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</a:rPr>
              <a:t>10 films similaires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206240"/>
            <a:ext cx="9144000" cy="640080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8B8"/>
                </a:solidFill>
              </a:rPr>
              <a:t>Stack : Python · Scikit-learn · TF-IDF · KNN Cosine · Pandas · TMDB API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7772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754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C518"/>
                </a:solidFill>
              </a:rPr>
              <a:t>FONCTIONNALITÉS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Tout ce que le public peut faire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114800" cy="9144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Rechercher un film par nom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664208"/>
            <a:ext cx="4114800" cy="9144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73736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77840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Voir la fiche complète avec synopsis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715768"/>
            <a:ext cx="4114800" cy="9144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8892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Explorer la biographie d'un acteur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715768"/>
            <a:ext cx="4114800" cy="9144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78892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🎞️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7784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Découvrir toute la filmographie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67328"/>
            <a:ext cx="4114800" cy="9144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404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Notes &amp; bande-annonce YouTube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767328"/>
            <a:ext cx="4114800" cy="914400"/>
          </a:xfrm>
          <a:prstGeom prst="rect">
            <a:avLst/>
          </a:prstGeom>
          <a:solidFill>
            <a:srgbClr val="1E2330"/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8404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7784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Utilisation sur smartphone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B22">
              <a:alpha val="50000"/>
            </a:srgbClr>
          </a:solidFill>
          <a:ln w="12700">
            <a:solidFill>
              <a:srgbClr val="161B22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23376" y="27432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23376" y="91440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23376" y="155448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23376" y="219456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283464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347472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411480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4754880"/>
            <a:ext cx="256032" cy="411480"/>
          </a:xfrm>
          <a:prstGeom prst="rect">
            <a:avLst/>
          </a:prstGeom>
          <a:solidFill>
            <a:srgbClr val="F5C518">
              <a:alpha val="30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5C518"/>
                </a:solidFill>
              </a:rPr>
              <a:t>DISPONIBLE DÈS MAINTENANT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228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Essayez l'application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2560320" y="2240280"/>
            <a:ext cx="4023360" cy="6858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2560320" y="22402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0E1117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jfvsfasaw2m.streamlit.app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8B8"/>
                </a:solidFill>
              </a:rPr>
              <a:t>Créé par DATAFIX · Wild Code School ·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</a:rPr>
              <a:t>800+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B8B8B8"/>
                </a:solidFill>
              </a:rPr>
              <a:t>FILMS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</a:rPr>
              <a:t>ML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56616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B8B8B8"/>
                </a:solidFill>
              </a:rPr>
              <a:t>INTELLIGENCE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3504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B8B8B8"/>
                </a:solidFill>
              </a:rPr>
              <a:t>GRATUIT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Sénéchal movies — Présentation client</dc:title>
  <dc:subject>PptxGenJS Presentation</dc:subject>
  <dc:creator>PptxGenJS</dc:creator>
  <cp:lastModifiedBy>PptxGenJS</cp:lastModifiedBy>
  <cp:revision>1</cp:revision>
  <dcterms:created xsi:type="dcterms:W3CDTF">2026-05-31T20:07:07Z</dcterms:created>
  <dcterms:modified xsi:type="dcterms:W3CDTF">2026-05-31T20:07:07Z</dcterms:modified>
</cp:coreProperties>
</file>